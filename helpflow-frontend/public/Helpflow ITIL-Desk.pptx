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6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9C5014-CE67-47A7-9457-B2217CCB8472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8EF941C-FFA9-4076-8E41-DDB5737987F5}">
      <dgm:prSet/>
      <dgm:spPr/>
      <dgm:t>
        <a:bodyPr/>
        <a:lstStyle/>
        <a:p>
          <a:r>
            <a:rPr lang="en-US" b="0" i="0"/>
            <a:t>Frontend</a:t>
          </a:r>
          <a:endParaRPr lang="en-US"/>
        </a:p>
      </dgm:t>
    </dgm:pt>
    <dgm:pt modelId="{9BDCEDF5-608E-4EE9-A5D9-6BCB9FB3E1E4}" type="parTrans" cxnId="{125B60AD-35A9-4773-87F5-82D54B1A37A0}">
      <dgm:prSet/>
      <dgm:spPr/>
      <dgm:t>
        <a:bodyPr/>
        <a:lstStyle/>
        <a:p>
          <a:endParaRPr lang="en-US"/>
        </a:p>
      </dgm:t>
    </dgm:pt>
    <dgm:pt modelId="{3D8062A1-77F3-4B98-B86B-52C261BEA52D}" type="sibTrans" cxnId="{125B60AD-35A9-4773-87F5-82D54B1A37A0}">
      <dgm:prSet/>
      <dgm:spPr/>
      <dgm:t>
        <a:bodyPr/>
        <a:lstStyle/>
        <a:p>
          <a:endParaRPr lang="en-US"/>
        </a:p>
      </dgm:t>
    </dgm:pt>
    <dgm:pt modelId="{A46BB8C9-F262-4191-89B8-58C992A64991}">
      <dgm:prSet/>
      <dgm:spPr/>
      <dgm:t>
        <a:bodyPr/>
        <a:lstStyle/>
        <a:p>
          <a:r>
            <a:rPr lang="en-US" b="0" i="0"/>
            <a:t>Angular</a:t>
          </a:r>
          <a:endParaRPr lang="en-US"/>
        </a:p>
      </dgm:t>
    </dgm:pt>
    <dgm:pt modelId="{683653A7-CF6F-4FC9-9FF9-BFA76EBA5B70}" type="parTrans" cxnId="{3E89D00A-9B75-412D-A9A7-D5363056655A}">
      <dgm:prSet/>
      <dgm:spPr/>
      <dgm:t>
        <a:bodyPr/>
        <a:lstStyle/>
        <a:p>
          <a:endParaRPr lang="en-US"/>
        </a:p>
      </dgm:t>
    </dgm:pt>
    <dgm:pt modelId="{1EC8E62D-CE11-46A2-B85F-04B50D88B960}" type="sibTrans" cxnId="{3E89D00A-9B75-412D-A9A7-D5363056655A}">
      <dgm:prSet/>
      <dgm:spPr/>
      <dgm:t>
        <a:bodyPr/>
        <a:lstStyle/>
        <a:p>
          <a:endParaRPr lang="en-US"/>
        </a:p>
      </dgm:t>
    </dgm:pt>
    <dgm:pt modelId="{918AC011-4FE4-4A91-B529-8DE24C613C91}">
      <dgm:prSet/>
      <dgm:spPr/>
      <dgm:t>
        <a:bodyPr/>
        <a:lstStyle/>
        <a:p>
          <a:r>
            <a:rPr lang="en-US" b="0" i="0"/>
            <a:t>Typescript</a:t>
          </a:r>
          <a:endParaRPr lang="en-US"/>
        </a:p>
      </dgm:t>
    </dgm:pt>
    <dgm:pt modelId="{1EA8C708-42F4-4148-84D6-D8D9039967B9}" type="parTrans" cxnId="{173503AB-9673-4A65-964A-54FC15EEE009}">
      <dgm:prSet/>
      <dgm:spPr/>
      <dgm:t>
        <a:bodyPr/>
        <a:lstStyle/>
        <a:p>
          <a:endParaRPr lang="en-US"/>
        </a:p>
      </dgm:t>
    </dgm:pt>
    <dgm:pt modelId="{4C1A4701-37F7-4D67-87E7-4C5E4697F549}" type="sibTrans" cxnId="{173503AB-9673-4A65-964A-54FC15EEE009}">
      <dgm:prSet/>
      <dgm:spPr/>
      <dgm:t>
        <a:bodyPr/>
        <a:lstStyle/>
        <a:p>
          <a:endParaRPr lang="en-US"/>
        </a:p>
      </dgm:t>
    </dgm:pt>
    <dgm:pt modelId="{E3963106-FD75-4F2B-8E3C-DEC951007A80}">
      <dgm:prSet/>
      <dgm:spPr/>
      <dgm:t>
        <a:bodyPr/>
        <a:lstStyle/>
        <a:p>
          <a:r>
            <a:rPr lang="en-US" b="0" i="0"/>
            <a:t>Backend</a:t>
          </a:r>
          <a:endParaRPr lang="en-US"/>
        </a:p>
      </dgm:t>
    </dgm:pt>
    <dgm:pt modelId="{B3955C86-7DF9-4280-95A6-FF04EC126ED2}" type="parTrans" cxnId="{73B0565D-0DAA-4D26-95EC-FBD1C88A8803}">
      <dgm:prSet/>
      <dgm:spPr/>
      <dgm:t>
        <a:bodyPr/>
        <a:lstStyle/>
        <a:p>
          <a:endParaRPr lang="en-US"/>
        </a:p>
      </dgm:t>
    </dgm:pt>
    <dgm:pt modelId="{33813F82-BD4E-4D20-ABF7-7C573533F5E6}" type="sibTrans" cxnId="{73B0565D-0DAA-4D26-95EC-FBD1C88A8803}">
      <dgm:prSet/>
      <dgm:spPr/>
      <dgm:t>
        <a:bodyPr/>
        <a:lstStyle/>
        <a:p>
          <a:endParaRPr lang="en-US"/>
        </a:p>
      </dgm:t>
    </dgm:pt>
    <dgm:pt modelId="{5C15E2D9-1A50-4754-86C3-229EFB199F99}">
      <dgm:prSet/>
      <dgm:spPr/>
      <dgm:t>
        <a:bodyPr/>
        <a:lstStyle/>
        <a:p>
          <a:r>
            <a:rPr lang="en-US" b="0" i="0"/>
            <a:t>Express</a:t>
          </a:r>
          <a:endParaRPr lang="en-US"/>
        </a:p>
      </dgm:t>
    </dgm:pt>
    <dgm:pt modelId="{6DEA9AE7-AFB3-4AB1-8CFA-37E4CB759A8B}" type="parTrans" cxnId="{95464A5F-C461-4222-8526-CD031B6A2912}">
      <dgm:prSet/>
      <dgm:spPr/>
      <dgm:t>
        <a:bodyPr/>
        <a:lstStyle/>
        <a:p>
          <a:endParaRPr lang="en-US"/>
        </a:p>
      </dgm:t>
    </dgm:pt>
    <dgm:pt modelId="{1A39A0A0-14EE-4ACF-8130-68CD03B5D87F}" type="sibTrans" cxnId="{95464A5F-C461-4222-8526-CD031B6A2912}">
      <dgm:prSet/>
      <dgm:spPr/>
      <dgm:t>
        <a:bodyPr/>
        <a:lstStyle/>
        <a:p>
          <a:endParaRPr lang="en-US"/>
        </a:p>
      </dgm:t>
    </dgm:pt>
    <dgm:pt modelId="{E289BA1D-1267-48D3-B1C0-B4F37296824C}">
      <dgm:prSet/>
      <dgm:spPr/>
      <dgm:t>
        <a:bodyPr/>
        <a:lstStyle/>
        <a:p>
          <a:r>
            <a:rPr lang="en-US" b="0" i="0"/>
            <a:t>Database</a:t>
          </a:r>
          <a:endParaRPr lang="en-US"/>
        </a:p>
      </dgm:t>
    </dgm:pt>
    <dgm:pt modelId="{3B35A510-367D-41E7-BAD8-7AD3ED354D07}" type="parTrans" cxnId="{6C3C9ACD-88EB-4EC8-91A6-E8E34E3A0DBD}">
      <dgm:prSet/>
      <dgm:spPr/>
      <dgm:t>
        <a:bodyPr/>
        <a:lstStyle/>
        <a:p>
          <a:endParaRPr lang="en-US"/>
        </a:p>
      </dgm:t>
    </dgm:pt>
    <dgm:pt modelId="{43E49816-8861-4F0B-A61D-EFE324B202EC}" type="sibTrans" cxnId="{6C3C9ACD-88EB-4EC8-91A6-E8E34E3A0DBD}">
      <dgm:prSet/>
      <dgm:spPr/>
      <dgm:t>
        <a:bodyPr/>
        <a:lstStyle/>
        <a:p>
          <a:endParaRPr lang="en-US"/>
        </a:p>
      </dgm:t>
    </dgm:pt>
    <dgm:pt modelId="{979EA337-3DEF-4B88-AC89-B399E06DBC87}">
      <dgm:prSet/>
      <dgm:spPr/>
      <dgm:t>
        <a:bodyPr/>
        <a:lstStyle/>
        <a:p>
          <a:r>
            <a:rPr lang="en-US" b="0" i="0"/>
            <a:t>MySQL 8+</a:t>
          </a:r>
          <a:endParaRPr lang="en-US"/>
        </a:p>
      </dgm:t>
    </dgm:pt>
    <dgm:pt modelId="{88D56105-80E6-4EFE-ACE5-841E0E9E9E45}" type="parTrans" cxnId="{87032065-8DCB-4ADB-9DB7-817AE7D0271D}">
      <dgm:prSet/>
      <dgm:spPr/>
      <dgm:t>
        <a:bodyPr/>
        <a:lstStyle/>
        <a:p>
          <a:endParaRPr lang="en-US"/>
        </a:p>
      </dgm:t>
    </dgm:pt>
    <dgm:pt modelId="{9BB377DB-648F-4ECE-9792-12793BC9BF55}" type="sibTrans" cxnId="{87032065-8DCB-4ADB-9DB7-817AE7D0271D}">
      <dgm:prSet/>
      <dgm:spPr/>
      <dgm:t>
        <a:bodyPr/>
        <a:lstStyle/>
        <a:p>
          <a:endParaRPr lang="en-US"/>
        </a:p>
      </dgm:t>
    </dgm:pt>
    <dgm:pt modelId="{3A6B995D-8FD2-4CC1-9D4F-904EA5D5D737}" type="pres">
      <dgm:prSet presAssocID="{789C5014-CE67-47A7-9457-B2217CCB8472}" presName="linear" presStyleCnt="0">
        <dgm:presLayoutVars>
          <dgm:dir/>
          <dgm:animLvl val="lvl"/>
          <dgm:resizeHandles val="exact"/>
        </dgm:presLayoutVars>
      </dgm:prSet>
      <dgm:spPr/>
    </dgm:pt>
    <dgm:pt modelId="{10EA81F1-10F5-4199-91F3-4734E4A951A1}" type="pres">
      <dgm:prSet presAssocID="{B8EF941C-FFA9-4076-8E41-DDB5737987F5}" presName="parentLin" presStyleCnt="0"/>
      <dgm:spPr/>
    </dgm:pt>
    <dgm:pt modelId="{202B5EF8-753E-43F4-A114-528A8DA71829}" type="pres">
      <dgm:prSet presAssocID="{B8EF941C-FFA9-4076-8E41-DDB5737987F5}" presName="parentLeftMargin" presStyleLbl="node1" presStyleIdx="0" presStyleCnt="3"/>
      <dgm:spPr/>
    </dgm:pt>
    <dgm:pt modelId="{E30D824C-8DB1-4D0F-BA43-08D85979CFF1}" type="pres">
      <dgm:prSet presAssocID="{B8EF941C-FFA9-4076-8E41-DDB5737987F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F66DEFB-BC21-446C-9A5B-BE689A0FBD73}" type="pres">
      <dgm:prSet presAssocID="{B8EF941C-FFA9-4076-8E41-DDB5737987F5}" presName="negativeSpace" presStyleCnt="0"/>
      <dgm:spPr/>
    </dgm:pt>
    <dgm:pt modelId="{5B6282AB-710B-4119-AD69-5499FD37004D}" type="pres">
      <dgm:prSet presAssocID="{B8EF941C-FFA9-4076-8E41-DDB5737987F5}" presName="childText" presStyleLbl="conFgAcc1" presStyleIdx="0" presStyleCnt="3">
        <dgm:presLayoutVars>
          <dgm:bulletEnabled val="1"/>
        </dgm:presLayoutVars>
      </dgm:prSet>
      <dgm:spPr/>
    </dgm:pt>
    <dgm:pt modelId="{67BB53A3-E830-48E6-827C-49D5E9C1C7B9}" type="pres">
      <dgm:prSet presAssocID="{3D8062A1-77F3-4B98-B86B-52C261BEA52D}" presName="spaceBetweenRectangles" presStyleCnt="0"/>
      <dgm:spPr/>
    </dgm:pt>
    <dgm:pt modelId="{05E0E6DE-E708-40F6-9D0C-E3700BC8CA2E}" type="pres">
      <dgm:prSet presAssocID="{E3963106-FD75-4F2B-8E3C-DEC951007A80}" presName="parentLin" presStyleCnt="0"/>
      <dgm:spPr/>
    </dgm:pt>
    <dgm:pt modelId="{CD19DF81-CC11-4182-B363-3BE10A67F4AF}" type="pres">
      <dgm:prSet presAssocID="{E3963106-FD75-4F2B-8E3C-DEC951007A80}" presName="parentLeftMargin" presStyleLbl="node1" presStyleIdx="0" presStyleCnt="3"/>
      <dgm:spPr/>
    </dgm:pt>
    <dgm:pt modelId="{C5A291D2-0D52-4021-906F-FAC3C37EFFDD}" type="pres">
      <dgm:prSet presAssocID="{E3963106-FD75-4F2B-8E3C-DEC951007A8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99B27F6-3F0C-4A4B-BA78-D2543DBBA4AF}" type="pres">
      <dgm:prSet presAssocID="{E3963106-FD75-4F2B-8E3C-DEC951007A80}" presName="negativeSpace" presStyleCnt="0"/>
      <dgm:spPr/>
    </dgm:pt>
    <dgm:pt modelId="{F30FE919-92F2-40D2-AD30-CEA41CF4CCEB}" type="pres">
      <dgm:prSet presAssocID="{E3963106-FD75-4F2B-8E3C-DEC951007A80}" presName="childText" presStyleLbl="conFgAcc1" presStyleIdx="1" presStyleCnt="3">
        <dgm:presLayoutVars>
          <dgm:bulletEnabled val="1"/>
        </dgm:presLayoutVars>
      </dgm:prSet>
      <dgm:spPr/>
    </dgm:pt>
    <dgm:pt modelId="{2B2AA77E-0F27-4E0D-BA53-DEC5A17F93B6}" type="pres">
      <dgm:prSet presAssocID="{33813F82-BD4E-4D20-ABF7-7C573533F5E6}" presName="spaceBetweenRectangles" presStyleCnt="0"/>
      <dgm:spPr/>
    </dgm:pt>
    <dgm:pt modelId="{1057A9D9-ABD8-4C97-AA9E-50F7790EAFB7}" type="pres">
      <dgm:prSet presAssocID="{E289BA1D-1267-48D3-B1C0-B4F37296824C}" presName="parentLin" presStyleCnt="0"/>
      <dgm:spPr/>
    </dgm:pt>
    <dgm:pt modelId="{020722D1-FD5B-42B9-AE74-807007CC5CAD}" type="pres">
      <dgm:prSet presAssocID="{E289BA1D-1267-48D3-B1C0-B4F37296824C}" presName="parentLeftMargin" presStyleLbl="node1" presStyleIdx="1" presStyleCnt="3"/>
      <dgm:spPr/>
    </dgm:pt>
    <dgm:pt modelId="{96FAD535-FF63-408C-85DD-8701BB00EE01}" type="pres">
      <dgm:prSet presAssocID="{E289BA1D-1267-48D3-B1C0-B4F37296824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2A7ED73-CCF1-4F00-9385-D54825738504}" type="pres">
      <dgm:prSet presAssocID="{E289BA1D-1267-48D3-B1C0-B4F37296824C}" presName="negativeSpace" presStyleCnt="0"/>
      <dgm:spPr/>
    </dgm:pt>
    <dgm:pt modelId="{D0AF393E-5CAB-4DCF-A797-B5D03E2CD53B}" type="pres">
      <dgm:prSet presAssocID="{E289BA1D-1267-48D3-B1C0-B4F37296824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E89D00A-9B75-412D-A9A7-D5363056655A}" srcId="{B8EF941C-FFA9-4076-8E41-DDB5737987F5}" destId="{A46BB8C9-F262-4191-89B8-58C992A64991}" srcOrd="0" destOrd="0" parTransId="{683653A7-CF6F-4FC9-9FF9-BFA76EBA5B70}" sibTransId="{1EC8E62D-CE11-46A2-B85F-04B50D88B960}"/>
    <dgm:cxn modelId="{A49A1526-CAC1-4257-9FFD-C4353B5A7469}" type="presOf" srcId="{A46BB8C9-F262-4191-89B8-58C992A64991}" destId="{5B6282AB-710B-4119-AD69-5499FD37004D}" srcOrd="0" destOrd="0" presId="urn:microsoft.com/office/officeart/2005/8/layout/list1"/>
    <dgm:cxn modelId="{65C5A636-7138-4C0C-829A-FA1720F3B0D7}" type="presOf" srcId="{B8EF941C-FFA9-4076-8E41-DDB5737987F5}" destId="{202B5EF8-753E-43F4-A114-528A8DA71829}" srcOrd="0" destOrd="0" presId="urn:microsoft.com/office/officeart/2005/8/layout/list1"/>
    <dgm:cxn modelId="{8D79555C-92D4-4828-A473-99F841D97169}" type="presOf" srcId="{918AC011-4FE4-4A91-B529-8DE24C613C91}" destId="{5B6282AB-710B-4119-AD69-5499FD37004D}" srcOrd="0" destOrd="1" presId="urn:microsoft.com/office/officeart/2005/8/layout/list1"/>
    <dgm:cxn modelId="{73B0565D-0DAA-4D26-95EC-FBD1C88A8803}" srcId="{789C5014-CE67-47A7-9457-B2217CCB8472}" destId="{E3963106-FD75-4F2B-8E3C-DEC951007A80}" srcOrd="1" destOrd="0" parTransId="{B3955C86-7DF9-4280-95A6-FF04EC126ED2}" sibTransId="{33813F82-BD4E-4D20-ABF7-7C573533F5E6}"/>
    <dgm:cxn modelId="{95464A5F-C461-4222-8526-CD031B6A2912}" srcId="{E3963106-FD75-4F2B-8E3C-DEC951007A80}" destId="{5C15E2D9-1A50-4754-86C3-229EFB199F99}" srcOrd="0" destOrd="0" parTransId="{6DEA9AE7-AFB3-4AB1-8CFA-37E4CB759A8B}" sibTransId="{1A39A0A0-14EE-4ACF-8130-68CD03B5D87F}"/>
    <dgm:cxn modelId="{D6514360-37B8-4455-A626-BC4F08B6C537}" type="presOf" srcId="{789C5014-CE67-47A7-9457-B2217CCB8472}" destId="{3A6B995D-8FD2-4CC1-9D4F-904EA5D5D737}" srcOrd="0" destOrd="0" presId="urn:microsoft.com/office/officeart/2005/8/layout/list1"/>
    <dgm:cxn modelId="{87032065-8DCB-4ADB-9DB7-817AE7D0271D}" srcId="{E289BA1D-1267-48D3-B1C0-B4F37296824C}" destId="{979EA337-3DEF-4B88-AC89-B399E06DBC87}" srcOrd="0" destOrd="0" parTransId="{88D56105-80E6-4EFE-ACE5-841E0E9E9E45}" sibTransId="{9BB377DB-648F-4ECE-9792-12793BC9BF55}"/>
    <dgm:cxn modelId="{B078867C-44B0-4F7C-AB45-3A5E35666A89}" type="presOf" srcId="{B8EF941C-FFA9-4076-8E41-DDB5737987F5}" destId="{E30D824C-8DB1-4D0F-BA43-08D85979CFF1}" srcOrd="1" destOrd="0" presId="urn:microsoft.com/office/officeart/2005/8/layout/list1"/>
    <dgm:cxn modelId="{198EE57C-D0D5-4C96-B071-73F169B0744A}" type="presOf" srcId="{E3963106-FD75-4F2B-8E3C-DEC951007A80}" destId="{C5A291D2-0D52-4021-906F-FAC3C37EFFDD}" srcOrd="1" destOrd="0" presId="urn:microsoft.com/office/officeart/2005/8/layout/list1"/>
    <dgm:cxn modelId="{173503AB-9673-4A65-964A-54FC15EEE009}" srcId="{B8EF941C-FFA9-4076-8E41-DDB5737987F5}" destId="{918AC011-4FE4-4A91-B529-8DE24C613C91}" srcOrd="1" destOrd="0" parTransId="{1EA8C708-42F4-4148-84D6-D8D9039967B9}" sibTransId="{4C1A4701-37F7-4D67-87E7-4C5E4697F549}"/>
    <dgm:cxn modelId="{B3A5D3AC-F23D-47F0-AC85-633D059C230A}" type="presOf" srcId="{E289BA1D-1267-48D3-B1C0-B4F37296824C}" destId="{020722D1-FD5B-42B9-AE74-807007CC5CAD}" srcOrd="0" destOrd="0" presId="urn:microsoft.com/office/officeart/2005/8/layout/list1"/>
    <dgm:cxn modelId="{125B60AD-35A9-4773-87F5-82D54B1A37A0}" srcId="{789C5014-CE67-47A7-9457-B2217CCB8472}" destId="{B8EF941C-FFA9-4076-8E41-DDB5737987F5}" srcOrd="0" destOrd="0" parTransId="{9BDCEDF5-608E-4EE9-A5D9-6BCB9FB3E1E4}" sibTransId="{3D8062A1-77F3-4B98-B86B-52C261BEA52D}"/>
    <dgm:cxn modelId="{F93861CD-C783-41F4-80F5-9C92EB21E99A}" type="presOf" srcId="{979EA337-3DEF-4B88-AC89-B399E06DBC87}" destId="{D0AF393E-5CAB-4DCF-A797-B5D03E2CD53B}" srcOrd="0" destOrd="0" presId="urn:microsoft.com/office/officeart/2005/8/layout/list1"/>
    <dgm:cxn modelId="{6C3C9ACD-88EB-4EC8-91A6-E8E34E3A0DBD}" srcId="{789C5014-CE67-47A7-9457-B2217CCB8472}" destId="{E289BA1D-1267-48D3-B1C0-B4F37296824C}" srcOrd="2" destOrd="0" parTransId="{3B35A510-367D-41E7-BAD8-7AD3ED354D07}" sibTransId="{43E49816-8861-4F0B-A61D-EFE324B202EC}"/>
    <dgm:cxn modelId="{2D0013D5-638D-4EEB-98D3-BDB98E8DB961}" type="presOf" srcId="{E289BA1D-1267-48D3-B1C0-B4F37296824C}" destId="{96FAD535-FF63-408C-85DD-8701BB00EE01}" srcOrd="1" destOrd="0" presId="urn:microsoft.com/office/officeart/2005/8/layout/list1"/>
    <dgm:cxn modelId="{C0CE04DF-4CB7-49CD-A9A5-B5E3D1F7976E}" type="presOf" srcId="{5C15E2D9-1A50-4754-86C3-229EFB199F99}" destId="{F30FE919-92F2-40D2-AD30-CEA41CF4CCEB}" srcOrd="0" destOrd="0" presId="urn:microsoft.com/office/officeart/2005/8/layout/list1"/>
    <dgm:cxn modelId="{844B42ED-3BBE-4C6B-9FB1-9502C44B99A7}" type="presOf" srcId="{E3963106-FD75-4F2B-8E3C-DEC951007A80}" destId="{CD19DF81-CC11-4182-B363-3BE10A67F4AF}" srcOrd="0" destOrd="0" presId="urn:microsoft.com/office/officeart/2005/8/layout/list1"/>
    <dgm:cxn modelId="{CC14FED9-C95A-4707-B2AE-9E93AAF2A41D}" type="presParOf" srcId="{3A6B995D-8FD2-4CC1-9D4F-904EA5D5D737}" destId="{10EA81F1-10F5-4199-91F3-4734E4A951A1}" srcOrd="0" destOrd="0" presId="urn:microsoft.com/office/officeart/2005/8/layout/list1"/>
    <dgm:cxn modelId="{9FA07DC8-51C4-4C79-AA8E-773F9CCBB768}" type="presParOf" srcId="{10EA81F1-10F5-4199-91F3-4734E4A951A1}" destId="{202B5EF8-753E-43F4-A114-528A8DA71829}" srcOrd="0" destOrd="0" presId="urn:microsoft.com/office/officeart/2005/8/layout/list1"/>
    <dgm:cxn modelId="{7162ABB0-2AB5-44ED-BF59-752B72E6324B}" type="presParOf" srcId="{10EA81F1-10F5-4199-91F3-4734E4A951A1}" destId="{E30D824C-8DB1-4D0F-BA43-08D85979CFF1}" srcOrd="1" destOrd="0" presId="urn:microsoft.com/office/officeart/2005/8/layout/list1"/>
    <dgm:cxn modelId="{3A963F82-5B09-43C9-99C6-571F75D90907}" type="presParOf" srcId="{3A6B995D-8FD2-4CC1-9D4F-904EA5D5D737}" destId="{5F66DEFB-BC21-446C-9A5B-BE689A0FBD73}" srcOrd="1" destOrd="0" presId="urn:microsoft.com/office/officeart/2005/8/layout/list1"/>
    <dgm:cxn modelId="{8EF97085-60C0-4A39-86FD-F8A551588EB8}" type="presParOf" srcId="{3A6B995D-8FD2-4CC1-9D4F-904EA5D5D737}" destId="{5B6282AB-710B-4119-AD69-5499FD37004D}" srcOrd="2" destOrd="0" presId="urn:microsoft.com/office/officeart/2005/8/layout/list1"/>
    <dgm:cxn modelId="{879A2541-128A-4737-9BC9-49F156C1C386}" type="presParOf" srcId="{3A6B995D-8FD2-4CC1-9D4F-904EA5D5D737}" destId="{67BB53A3-E830-48E6-827C-49D5E9C1C7B9}" srcOrd="3" destOrd="0" presId="urn:microsoft.com/office/officeart/2005/8/layout/list1"/>
    <dgm:cxn modelId="{EBAADD33-FB3A-4660-9BDC-07BD2D6827A1}" type="presParOf" srcId="{3A6B995D-8FD2-4CC1-9D4F-904EA5D5D737}" destId="{05E0E6DE-E708-40F6-9D0C-E3700BC8CA2E}" srcOrd="4" destOrd="0" presId="urn:microsoft.com/office/officeart/2005/8/layout/list1"/>
    <dgm:cxn modelId="{02916299-C83E-46A9-A470-8DC1C0AA6B8E}" type="presParOf" srcId="{05E0E6DE-E708-40F6-9D0C-E3700BC8CA2E}" destId="{CD19DF81-CC11-4182-B363-3BE10A67F4AF}" srcOrd="0" destOrd="0" presId="urn:microsoft.com/office/officeart/2005/8/layout/list1"/>
    <dgm:cxn modelId="{755ADB01-72C9-45C1-870C-914A0421F377}" type="presParOf" srcId="{05E0E6DE-E708-40F6-9D0C-E3700BC8CA2E}" destId="{C5A291D2-0D52-4021-906F-FAC3C37EFFDD}" srcOrd="1" destOrd="0" presId="urn:microsoft.com/office/officeart/2005/8/layout/list1"/>
    <dgm:cxn modelId="{73E5AA1F-9756-4880-9475-D9AC28DFAED9}" type="presParOf" srcId="{3A6B995D-8FD2-4CC1-9D4F-904EA5D5D737}" destId="{199B27F6-3F0C-4A4B-BA78-D2543DBBA4AF}" srcOrd="5" destOrd="0" presId="urn:microsoft.com/office/officeart/2005/8/layout/list1"/>
    <dgm:cxn modelId="{2B28EBB3-805D-4489-95BD-B415401B54C4}" type="presParOf" srcId="{3A6B995D-8FD2-4CC1-9D4F-904EA5D5D737}" destId="{F30FE919-92F2-40D2-AD30-CEA41CF4CCEB}" srcOrd="6" destOrd="0" presId="urn:microsoft.com/office/officeart/2005/8/layout/list1"/>
    <dgm:cxn modelId="{95FE4432-2882-4364-88DA-C35AF44DAA23}" type="presParOf" srcId="{3A6B995D-8FD2-4CC1-9D4F-904EA5D5D737}" destId="{2B2AA77E-0F27-4E0D-BA53-DEC5A17F93B6}" srcOrd="7" destOrd="0" presId="urn:microsoft.com/office/officeart/2005/8/layout/list1"/>
    <dgm:cxn modelId="{AF74DC58-A9A7-4E42-96D4-812B3A7D8C5E}" type="presParOf" srcId="{3A6B995D-8FD2-4CC1-9D4F-904EA5D5D737}" destId="{1057A9D9-ABD8-4C97-AA9E-50F7790EAFB7}" srcOrd="8" destOrd="0" presId="urn:microsoft.com/office/officeart/2005/8/layout/list1"/>
    <dgm:cxn modelId="{114DC3A9-CA53-4352-85F9-29E08351476A}" type="presParOf" srcId="{1057A9D9-ABD8-4C97-AA9E-50F7790EAFB7}" destId="{020722D1-FD5B-42B9-AE74-807007CC5CAD}" srcOrd="0" destOrd="0" presId="urn:microsoft.com/office/officeart/2005/8/layout/list1"/>
    <dgm:cxn modelId="{57DECD4B-3056-4C23-92DB-334D535CC45A}" type="presParOf" srcId="{1057A9D9-ABD8-4C97-AA9E-50F7790EAFB7}" destId="{96FAD535-FF63-408C-85DD-8701BB00EE01}" srcOrd="1" destOrd="0" presId="urn:microsoft.com/office/officeart/2005/8/layout/list1"/>
    <dgm:cxn modelId="{F287239B-DD22-4302-A70C-CE83E6BB8D93}" type="presParOf" srcId="{3A6B995D-8FD2-4CC1-9D4F-904EA5D5D737}" destId="{02A7ED73-CCF1-4F00-9385-D54825738504}" srcOrd="9" destOrd="0" presId="urn:microsoft.com/office/officeart/2005/8/layout/list1"/>
    <dgm:cxn modelId="{B5261B0E-357F-44EB-BCEA-79C8133EC7DC}" type="presParOf" srcId="{3A6B995D-8FD2-4CC1-9D4F-904EA5D5D737}" destId="{D0AF393E-5CAB-4DCF-A797-B5D03E2CD53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6282AB-710B-4119-AD69-5499FD37004D}">
      <dsp:nvSpPr>
        <dsp:cNvPr id="0" name=""/>
        <dsp:cNvSpPr/>
      </dsp:nvSpPr>
      <dsp:spPr>
        <a:xfrm>
          <a:off x="0" y="410939"/>
          <a:ext cx="6496050" cy="13166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166" tIns="458216" rIns="504166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/>
            <a:t>Angular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/>
            <a:t>Typescript</a:t>
          </a:r>
          <a:endParaRPr lang="en-US" sz="2200" kern="1200"/>
        </a:p>
      </dsp:txBody>
      <dsp:txXfrm>
        <a:off x="0" y="410939"/>
        <a:ext cx="6496050" cy="1316699"/>
      </dsp:txXfrm>
    </dsp:sp>
    <dsp:sp modelId="{E30D824C-8DB1-4D0F-BA43-08D85979CFF1}">
      <dsp:nvSpPr>
        <dsp:cNvPr id="0" name=""/>
        <dsp:cNvSpPr/>
      </dsp:nvSpPr>
      <dsp:spPr>
        <a:xfrm>
          <a:off x="324802" y="86219"/>
          <a:ext cx="4547235" cy="6494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875" tIns="0" rIns="17187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Frontend</a:t>
          </a:r>
          <a:endParaRPr lang="en-US" sz="2200" kern="1200"/>
        </a:p>
      </dsp:txBody>
      <dsp:txXfrm>
        <a:off x="356505" y="117922"/>
        <a:ext cx="4483829" cy="586034"/>
      </dsp:txXfrm>
    </dsp:sp>
    <dsp:sp modelId="{F30FE919-92F2-40D2-AD30-CEA41CF4CCEB}">
      <dsp:nvSpPr>
        <dsp:cNvPr id="0" name=""/>
        <dsp:cNvSpPr/>
      </dsp:nvSpPr>
      <dsp:spPr>
        <a:xfrm>
          <a:off x="0" y="2171160"/>
          <a:ext cx="6496050" cy="935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677407"/>
              <a:satOff val="-3316"/>
              <a:lumOff val="186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166" tIns="458216" rIns="504166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/>
            <a:t>Express</a:t>
          </a:r>
          <a:endParaRPr lang="en-US" sz="2200" kern="1200"/>
        </a:p>
      </dsp:txBody>
      <dsp:txXfrm>
        <a:off x="0" y="2171160"/>
        <a:ext cx="6496050" cy="935550"/>
      </dsp:txXfrm>
    </dsp:sp>
    <dsp:sp modelId="{C5A291D2-0D52-4021-906F-FAC3C37EFFDD}">
      <dsp:nvSpPr>
        <dsp:cNvPr id="0" name=""/>
        <dsp:cNvSpPr/>
      </dsp:nvSpPr>
      <dsp:spPr>
        <a:xfrm>
          <a:off x="324802" y="1846439"/>
          <a:ext cx="4547235" cy="649440"/>
        </a:xfrm>
        <a:prstGeom prst="roundRect">
          <a:avLst/>
        </a:prstGeom>
        <a:gradFill rotWithShape="0">
          <a:gsLst>
            <a:gs pos="0">
              <a:schemeClr val="accent2">
                <a:hueOff val="677407"/>
                <a:satOff val="-3316"/>
                <a:lumOff val="1862"/>
                <a:alphaOff val="0"/>
                <a:tint val="98000"/>
                <a:lumMod val="114000"/>
              </a:schemeClr>
            </a:gs>
            <a:gs pos="100000">
              <a:schemeClr val="accent2">
                <a:hueOff val="677407"/>
                <a:satOff val="-3316"/>
                <a:lumOff val="186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875" tIns="0" rIns="17187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Backend</a:t>
          </a:r>
          <a:endParaRPr lang="en-US" sz="2200" kern="1200"/>
        </a:p>
      </dsp:txBody>
      <dsp:txXfrm>
        <a:off x="356505" y="1878142"/>
        <a:ext cx="4483829" cy="586034"/>
      </dsp:txXfrm>
    </dsp:sp>
    <dsp:sp modelId="{D0AF393E-5CAB-4DCF-A797-B5D03E2CD53B}">
      <dsp:nvSpPr>
        <dsp:cNvPr id="0" name=""/>
        <dsp:cNvSpPr/>
      </dsp:nvSpPr>
      <dsp:spPr>
        <a:xfrm>
          <a:off x="0" y="3550230"/>
          <a:ext cx="6496050" cy="935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1354814"/>
              <a:satOff val="-6632"/>
              <a:lumOff val="372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166" tIns="458216" rIns="504166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/>
            <a:t>MySQL 8+</a:t>
          </a:r>
          <a:endParaRPr lang="en-US" sz="2200" kern="1200"/>
        </a:p>
      </dsp:txBody>
      <dsp:txXfrm>
        <a:off x="0" y="3550230"/>
        <a:ext cx="6496050" cy="935550"/>
      </dsp:txXfrm>
    </dsp:sp>
    <dsp:sp modelId="{96FAD535-FF63-408C-85DD-8701BB00EE01}">
      <dsp:nvSpPr>
        <dsp:cNvPr id="0" name=""/>
        <dsp:cNvSpPr/>
      </dsp:nvSpPr>
      <dsp:spPr>
        <a:xfrm>
          <a:off x="324802" y="3225510"/>
          <a:ext cx="4547235" cy="649440"/>
        </a:xfrm>
        <a:prstGeom prst="roundRect">
          <a:avLst/>
        </a:prstGeom>
        <a:gradFill rotWithShape="0">
          <a:gsLst>
            <a:gs pos="0">
              <a:schemeClr val="accent2">
                <a:hueOff val="1354814"/>
                <a:satOff val="-6632"/>
                <a:lumOff val="3725"/>
                <a:alphaOff val="0"/>
                <a:tint val="98000"/>
                <a:lumMod val="114000"/>
              </a:schemeClr>
            </a:gs>
            <a:gs pos="100000">
              <a:schemeClr val="accent2">
                <a:hueOff val="1354814"/>
                <a:satOff val="-6632"/>
                <a:lumOff val="3725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875" tIns="0" rIns="17187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Database</a:t>
          </a:r>
          <a:endParaRPr lang="en-US" sz="2200" kern="1200"/>
        </a:p>
      </dsp:txBody>
      <dsp:txXfrm>
        <a:off x="356505" y="3257213"/>
        <a:ext cx="4483829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3BDACA-DB80-4094-9462-B19F5D6A5B11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D9908-DA1B-4A47-9BC4-1C9F0B263DE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073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D9908-DA1B-4A47-9BC4-1C9F0B263DE8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66216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D9908-DA1B-4A47-9BC4-1C9F0B263DE8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36151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B68A-A28B-4CCA-AC63-BFB1B9C2C6FC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6E11D-9805-4D7C-B611-A0F1CF26B4A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88029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B68A-A28B-4CCA-AC63-BFB1B9C2C6FC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6E11D-9805-4D7C-B611-A0F1CF26B4A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9193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B68A-A28B-4CCA-AC63-BFB1B9C2C6FC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6E11D-9805-4D7C-B611-A0F1CF26B4A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65621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B68A-A28B-4CCA-AC63-BFB1B9C2C6FC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6E11D-9805-4D7C-B611-A0F1CF26B4A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91653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B68A-A28B-4CCA-AC63-BFB1B9C2C6FC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6E11D-9805-4D7C-B611-A0F1CF26B4A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688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B68A-A28B-4CCA-AC63-BFB1B9C2C6FC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6E11D-9805-4D7C-B611-A0F1CF26B4A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27655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B68A-A28B-4CCA-AC63-BFB1B9C2C6FC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6E11D-9805-4D7C-B611-A0F1CF26B4A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11714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B68A-A28B-4CCA-AC63-BFB1B9C2C6FC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6E11D-9805-4D7C-B611-A0F1CF26B4A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12045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B68A-A28B-4CCA-AC63-BFB1B9C2C6FC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6E11D-9805-4D7C-B611-A0F1CF26B4A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89936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B68A-A28B-4CCA-AC63-BFB1B9C2C6FC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6E11D-9805-4D7C-B611-A0F1CF26B4A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92062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B68A-A28B-4CCA-AC63-BFB1B9C2C6FC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6E11D-9805-4D7C-B611-A0F1CF26B4A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68614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B68A-A28B-4CCA-AC63-BFB1B9C2C6FC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6E11D-9805-4D7C-B611-A0F1CF26B4A6}" type="slidenum">
              <a:rPr lang="LID4096" smtClean="0"/>
              <a:t>‹#›</a:t>
            </a:fld>
            <a:endParaRPr lang="LID4096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31061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B68A-A28B-4CCA-AC63-BFB1B9C2C6FC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6E11D-9805-4D7C-B611-A0F1CF26B4A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81770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B68A-A28B-4CCA-AC63-BFB1B9C2C6FC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6E11D-9805-4D7C-B611-A0F1CF26B4A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71595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B68A-A28B-4CCA-AC63-BFB1B9C2C6FC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6E11D-9805-4D7C-B611-A0F1CF26B4A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506281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B68A-A28B-4CCA-AC63-BFB1B9C2C6FC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6E11D-9805-4D7C-B611-A0F1CF26B4A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65304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B68A-A28B-4CCA-AC63-BFB1B9C2C6FC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6E11D-9805-4D7C-B611-A0F1CF26B4A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11098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E26B68A-A28B-4CCA-AC63-BFB1B9C2C6FC}" type="datetimeFigureOut">
              <a:rPr lang="LID4096" smtClean="0"/>
              <a:t>05/11/2026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6E11D-9805-4D7C-B611-A0F1CF26B4A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622595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2B53C0-3E2D-253C-C3E0-BC80DE1F91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1" r="22559"/>
          <a:stretch>
            <a:fillRect/>
          </a:stretch>
        </p:blipFill>
        <p:spPr>
          <a:xfrm>
            <a:off x="1" y="-5"/>
            <a:ext cx="12191695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10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BC0760-C155-C91F-B956-D5ACDD700A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916" y="4854346"/>
            <a:ext cx="10407602" cy="868026"/>
          </a:xfrm>
        </p:spPr>
        <p:txBody>
          <a:bodyPr>
            <a:normAutofit/>
          </a:bodyPr>
          <a:lstStyle/>
          <a:p>
            <a:r>
              <a:rPr lang="en-US" sz="4800">
                <a:solidFill>
                  <a:srgbClr val="EBEBEB"/>
                </a:solidFill>
              </a:rPr>
              <a:t>Helpflow ITIL-Desk</a:t>
            </a:r>
            <a:endParaRPr lang="LID4096" sz="4800">
              <a:solidFill>
                <a:srgbClr val="EBEBEB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E48E9-F428-32C6-C7A6-B6648E2D3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917" y="5722374"/>
            <a:ext cx="10407602" cy="487924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>
                    <a:lumMod val="40000"/>
                    <a:lumOff val="60000"/>
                  </a:schemeClr>
                </a:solidFill>
              </a:rPr>
              <a:t>Mathias Haurum Løyche</a:t>
            </a:r>
            <a:endParaRPr lang="LID4096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98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pic>
        <p:nvPicPr>
          <p:cNvPr id="5" name="Picture 4" descr="Aqua and green fractal background like floral petal">
            <a:extLst>
              <a:ext uri="{FF2B5EF4-FFF2-40B4-BE49-F238E27FC236}">
                <a16:creationId xmlns:a16="http://schemas.microsoft.com/office/drawing/2014/main" id="{5BE30E81-0181-867E-2A1F-ACAACA17F63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8796" r="-1" b="26300"/>
          <a:stretch>
            <a:fillRect/>
          </a:stretch>
        </p:blipFill>
        <p:spPr>
          <a:xfrm>
            <a:off x="1" y="-5"/>
            <a:ext cx="12191695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40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CDEC1-6E77-6879-AFDD-BB53F51FB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854346"/>
            <a:ext cx="10407602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rgbClr val="EBEBEB"/>
                </a:solidFill>
              </a:rPr>
              <a:t>Introduction – What have I made?</a:t>
            </a:r>
          </a:p>
        </p:txBody>
      </p:sp>
    </p:spTree>
    <p:extLst>
      <p:ext uri="{BB962C8B-B14F-4D97-AF65-F5344CB8AC3E}">
        <p14:creationId xmlns:p14="http://schemas.microsoft.com/office/powerpoint/2010/main" val="4251519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69966-493C-89E1-F3EF-5E25E7A7D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F5684B-EDE2-3CD3-7C38-B816C6D5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2F2F2"/>
                </a:solidFill>
              </a:rPr>
              <a:t>Tech-stack</a:t>
            </a:r>
            <a:endParaRPr lang="LID4096" sz="3200">
              <a:solidFill>
                <a:srgbClr val="F2F2F2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FF1470B-F7D2-B75B-6A7F-3044C56AFD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2636212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353931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49FC1C-EA9C-3B99-9B5D-3FDB9DE81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EF2F45-889D-3300-4074-3D8FC7785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Design Patterns</a:t>
            </a:r>
            <a:endParaRPr lang="LID4096">
              <a:solidFill>
                <a:srgbClr val="EBEBE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F6A05-CB6D-A8A2-84E4-C2F0C28B2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Component-based Architecture</a:t>
            </a:r>
          </a:p>
          <a:p>
            <a:r>
              <a:rPr lang="en-US">
                <a:solidFill>
                  <a:srgbClr val="FFFFFF"/>
                </a:solidFill>
              </a:rPr>
              <a:t>Service layer pattern</a:t>
            </a:r>
          </a:p>
          <a:p>
            <a:r>
              <a:rPr lang="en-US">
                <a:solidFill>
                  <a:srgbClr val="FFFFFF"/>
                </a:solidFill>
              </a:rPr>
              <a:t>Reactive state pattern</a:t>
            </a:r>
          </a:p>
          <a:p>
            <a:r>
              <a:rPr lang="en-US">
                <a:solidFill>
                  <a:srgbClr val="FFFFFF"/>
                </a:solidFill>
              </a:rPr>
              <a:t>Router-driven lazy loading</a:t>
            </a:r>
          </a:p>
          <a:p>
            <a:r>
              <a:rPr lang="en-US">
                <a:solidFill>
                  <a:srgbClr val="FFFFFF"/>
                </a:solidFill>
              </a:rPr>
              <a:t>Singleton</a:t>
            </a:r>
            <a:endParaRPr lang="LID4096">
              <a:solidFill>
                <a:srgbClr val="FFFFFF"/>
              </a:solidFill>
            </a:endParaRP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A38F9A-756E-3D43-43FC-8E3CD46D6F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712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98715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A9AD3-D078-E77F-DD0C-09372776F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CC21F-8FCD-5321-0E96-28F9A7A88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Directory Structure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49188-B0D4-965F-835A-89A1431BC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US" b="1"/>
              <a:t>{Helpflow-backend</a:t>
            </a:r>
            <a:r>
              <a:rPr lang="en-US"/>
              <a:t>} Node/Express API layer for tickets, articles and SLA endpoints</a:t>
            </a:r>
          </a:p>
          <a:p>
            <a:pPr lvl="1"/>
            <a:r>
              <a:rPr lang="en-US" b="1"/>
              <a:t>{db} </a:t>
            </a:r>
            <a:r>
              <a:rPr lang="en-US"/>
              <a:t>Database connection setup</a:t>
            </a:r>
          </a:p>
          <a:p>
            <a:pPr lvl="1"/>
            <a:r>
              <a:rPr lang="en-US" b="1"/>
              <a:t>{routes} </a:t>
            </a:r>
            <a:r>
              <a:rPr lang="en-US"/>
              <a:t>REST route handlers</a:t>
            </a:r>
          </a:p>
          <a:p>
            <a:pPr lvl="1"/>
            <a:r>
              <a:rPr lang="en-US" b="1"/>
              <a:t>{node_modules} </a:t>
            </a:r>
            <a:r>
              <a:rPr lang="en-US"/>
              <a:t>Backend dependencies</a:t>
            </a:r>
          </a:p>
          <a:p>
            <a:pPr lvl="0"/>
            <a:r>
              <a:rPr lang="en-US" b="1"/>
              <a:t>{Helpflow-frontend} </a:t>
            </a:r>
            <a:r>
              <a:rPr lang="en-US"/>
              <a:t>Angular application (UI, routing, pages, components, services)</a:t>
            </a:r>
          </a:p>
          <a:p>
            <a:pPr lvl="1"/>
            <a:r>
              <a:rPr lang="en-US" b="1"/>
              <a:t>{src/app} </a:t>
            </a:r>
            <a:r>
              <a:rPr lang="en-US"/>
              <a:t>Root and Core app code folder</a:t>
            </a:r>
          </a:p>
          <a:p>
            <a:pPr lvl="2"/>
            <a:r>
              <a:rPr lang="en-US" b="1"/>
              <a:t>{layout/main-layout} </a:t>
            </a:r>
            <a:r>
              <a:rPr lang="en-US"/>
              <a:t>Main sidebar, content + footer wrapper</a:t>
            </a:r>
          </a:p>
          <a:p>
            <a:pPr lvl="2"/>
            <a:r>
              <a:rPr lang="en-US" b="1"/>
              <a:t>{pages} </a:t>
            </a:r>
            <a:r>
              <a:rPr lang="en-US"/>
              <a:t>Route-level feature pages - containing all page views</a:t>
            </a:r>
          </a:p>
          <a:p>
            <a:pPr lvl="2"/>
            <a:r>
              <a:rPr lang="en-US" b="1"/>
              <a:t>{services} </a:t>
            </a:r>
            <a:r>
              <a:rPr lang="en-US"/>
              <a:t>API/data and app-wide services</a:t>
            </a:r>
          </a:p>
          <a:p>
            <a:pPr lvl="2"/>
            <a:r>
              <a:rPr lang="en-US" b="1"/>
              <a:t>{shared} </a:t>
            </a:r>
            <a:r>
              <a:rPr lang="en-US"/>
              <a:t>Reusable shared components like sidebar</a:t>
            </a:r>
          </a:p>
          <a:p>
            <a:pPr lvl="2"/>
            <a:r>
              <a:rPr lang="en-US" b="1"/>
              <a:t>{public} </a:t>
            </a:r>
            <a:r>
              <a:rPr lang="en-US"/>
              <a:t>Static assets, SQL files and docs</a:t>
            </a:r>
          </a:p>
          <a:p>
            <a:pPr lvl="2"/>
            <a:r>
              <a:rPr lang="en-US" b="1"/>
              <a:t>{.angular} </a:t>
            </a:r>
            <a:r>
              <a:rPr lang="en-US"/>
              <a:t>Angular CLI cache/build metadata</a:t>
            </a:r>
          </a:p>
          <a:p>
            <a:pPr lvl="2"/>
            <a:r>
              <a:rPr lang="en-US" b="1"/>
              <a:t>{node_modules} </a:t>
            </a:r>
            <a:r>
              <a:rPr lang="en-US"/>
              <a:t>Frontend dependencies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524353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9D2381-A701-0C03-77D8-545154D25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FC3FF2-4791-11CA-B8DB-E0827BCC5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Database</a:t>
            </a:r>
            <a:endParaRPr lang="LID4096">
              <a:solidFill>
                <a:srgbClr val="EBEBEB"/>
              </a:solidFill>
            </a:endParaRP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LID4096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4C34EA4-A4BD-0126-B3C8-9F8786475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44944" y="1356610"/>
            <a:ext cx="6548605" cy="4191106"/>
          </a:xfrm>
          <a:prstGeom prst="rect">
            <a:avLst/>
          </a:prstGeom>
          <a:noFill/>
          <a:effectLst/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82F5C9A-32FD-799B-EE5F-974E13DF6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>
            <a:normAutofit/>
          </a:bodyPr>
          <a:lstStyle/>
          <a:p>
            <a:endParaRPr lang="en-US">
              <a:solidFill>
                <a:srgbClr val="EBEB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97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C0A78-3FC5-60D7-C771-17450326C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FCF29-1425-B8B2-3745-92D3343E4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Sequence-diagram (Create Ticket)</a:t>
            </a:r>
            <a:endParaRPr lang="LID4096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60D4878-973F-7F41-F7FD-9561747089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344" y="1331119"/>
            <a:ext cx="11237311" cy="55268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8503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20C735-558B-8FA5-4ECB-5B707A0A6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77D98B-4550-C533-FD2B-95FB427F4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Component	 Diagram</a:t>
            </a:r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704C3AC-08C8-56A6-3701-37F916F5C3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309" y="622091"/>
            <a:ext cx="7511315" cy="5126470"/>
          </a:xfrm>
          <a:prstGeom prst="rect">
            <a:avLst/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508365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FF31F-5E42-F034-E0AC-8764FCB0D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B2020-3366-27CB-6B1D-B9BACF40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Lighthouse Tests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0EB69-9342-B4F8-1209-0E1224892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C10929-B88B-8D70-789F-70B34CAB2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37" y="2001483"/>
            <a:ext cx="5731510" cy="12179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C994D4-3031-2A2D-889F-C6D6DC0D1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37" y="3284672"/>
            <a:ext cx="5731510" cy="12598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0974E3-66BB-2EF2-2FE9-82A8217F0B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492" y="4661207"/>
            <a:ext cx="5731510" cy="1178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5F7416-6B7D-E2F9-0AD5-E110C0EC0C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0901" y="2052918"/>
            <a:ext cx="5731510" cy="11150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44B577-6587-6539-27D2-B29FD0B0A4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0901" y="3270702"/>
            <a:ext cx="5731510" cy="127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433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CBF95B-8C8F-684B-96E4-034586437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4322390-8B58-46BE-88EB-D9FD30C0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D9B9B7-CDA5-BA69-9B8C-8403CE88340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40000"/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2050D5-E235-B409-AB32-81ED76053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>
                <a:solidFill>
                  <a:schemeClr val="tx1"/>
                </a:solidFill>
              </a:rPr>
              <a:t>Practical showcase!</a:t>
            </a:r>
          </a:p>
        </p:txBody>
      </p:sp>
    </p:spTree>
    <p:extLst>
      <p:ext uri="{BB962C8B-B14F-4D97-AF65-F5344CB8AC3E}">
        <p14:creationId xmlns:p14="http://schemas.microsoft.com/office/powerpoint/2010/main" val="4078301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38EEE6-31E1-71FD-23A8-11906AD85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pic>
        <p:nvPicPr>
          <p:cNvPr id="5" name="Picture 4" descr="Yellow question mark">
            <a:extLst>
              <a:ext uri="{FF2B5EF4-FFF2-40B4-BE49-F238E27FC236}">
                <a16:creationId xmlns:a16="http://schemas.microsoft.com/office/drawing/2014/main" id="{E142A929-405A-0B28-72F6-B4D958DCE15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7278" r="-1" b="24092"/>
          <a:stretch>
            <a:fillRect/>
          </a:stretch>
        </p:blipFill>
        <p:spPr>
          <a:xfrm>
            <a:off x="1" y="-5"/>
            <a:ext cx="12191695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21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9DCF42-881A-1E0A-B487-DE03E3E16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854346"/>
            <a:ext cx="10407602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EBEBEB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9879150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41</TotalTime>
  <Words>184</Words>
  <Application>Microsoft Office PowerPoint</Application>
  <PresentationFormat>Widescreen</PresentationFormat>
  <Paragraphs>39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Century Gothic</vt:lpstr>
      <vt:lpstr>Wingdings 3</vt:lpstr>
      <vt:lpstr>Ion</vt:lpstr>
      <vt:lpstr>Helpflow ITIL-Desk</vt:lpstr>
      <vt:lpstr>Introduction – What have I made?</vt:lpstr>
      <vt:lpstr>Tech-stack</vt:lpstr>
      <vt:lpstr>Design Patterns</vt:lpstr>
      <vt:lpstr>Directory Structure</vt:lpstr>
      <vt:lpstr>Database</vt:lpstr>
      <vt:lpstr>Sequence-diagram (Create Ticket)</vt:lpstr>
      <vt:lpstr>Component  Diagram</vt:lpstr>
      <vt:lpstr>Lighthouse Tests</vt:lpstr>
      <vt:lpstr>Practical showcase!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Mathias Haurum Løyche</dc:creator>
  <cp:lastModifiedBy>Mathias Haurum Løyche</cp:lastModifiedBy>
  <cp:revision>1</cp:revision>
  <dcterms:created xsi:type="dcterms:W3CDTF">2026-05-11T08:42:40Z</dcterms:created>
  <dcterms:modified xsi:type="dcterms:W3CDTF">2026-05-11T09:24:20Z</dcterms:modified>
</cp:coreProperties>
</file>